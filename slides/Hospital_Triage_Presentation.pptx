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3A5C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1A3A5C">
              <a:alpha val="5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914400"/>
            <a:ext cx="59436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Hospital Triage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Scheduler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1097280" cy="54864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6" name="Text 4"/>
          <p:cNvSpPr/>
          <p:nvPr/>
        </p:nvSpPr>
        <p:spPr>
          <a:xfrm>
            <a:off x="822960" y="347472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 &amp; Algorithms — Course Project 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0" y="4023360"/>
            <a:ext cx="3474720" cy="7315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2026-07-09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+ Flask + CSV + unittest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Background &amp; Goal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26517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25880"/>
            <a:ext cx="201168" cy="201168"/>
          </a:xfrm>
          <a:prstGeom prst="ellipse">
            <a:avLst/>
          </a:prstGeom>
          <a:solidFill>
            <a:srgbClr val="E76F51"/>
          </a:solidFill>
        </p:spPr>
      </p:sp>
      <p:sp>
        <p:nvSpPr>
          <p:cNvPr id="7" name="Text 5"/>
          <p:cNvSpPr/>
          <p:nvPr/>
        </p:nvSpPr>
        <p:spPr>
          <a:xfrm>
            <a:off x="1005840" y="128016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38328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departments face unpredictable patient arrivals with varying severity.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FIFO fails when critical patients queue behind minor cases.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need a priority-based system that respects clinical urgency and is testable.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26517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325880"/>
            <a:ext cx="201168" cy="201168"/>
          </a:xfrm>
          <a:prstGeom prst="ellipse">
            <a:avLst/>
          </a:prstGeom>
          <a:solidFill>
            <a:srgbClr val="1A6B7A"/>
          </a:solidFill>
        </p:spPr>
      </p:sp>
      <p:sp>
        <p:nvSpPr>
          <p:cNvPr id="11" name="Text 9"/>
          <p:cNvSpPr/>
          <p:nvPr/>
        </p:nvSpPr>
        <p:spPr>
          <a:xfrm>
            <a:off x="5303520" y="128016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Goal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38328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modular hospital triage scheduler with custom data structures end-to-end.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Heap-based and Ordered-Linked priority queues from scratch.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Simulate, analyze, and visualize patient flow via a real-time Flask dashboard.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correctness with 47 comprehensive unit tests, zero failures.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4160520"/>
            <a:ext cx="1371600" cy="45720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14" name="Text 12"/>
          <p:cNvSpPr/>
          <p:nvPr/>
        </p:nvSpPr>
        <p:spPr>
          <a:xfrm>
            <a:off x="1417320" y="41605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416052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A9B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71800" y="4160520"/>
            <a:ext cx="1371600" cy="457200"/>
          </a:xfrm>
          <a:prstGeom prst="rect">
            <a:avLst/>
          </a:prstGeom>
          <a:solidFill>
            <a:srgbClr val="2D8C6E"/>
          </a:solidFill>
        </p:spPr>
      </p:sp>
      <p:sp>
        <p:nvSpPr>
          <p:cNvPr id="17" name="Text 15"/>
          <p:cNvSpPr/>
          <p:nvPr/>
        </p:nvSpPr>
        <p:spPr>
          <a:xfrm>
            <a:off x="2971800" y="41605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416052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A9B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4160520"/>
            <a:ext cx="1371600" cy="45720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20" name="Text 18"/>
          <p:cNvSpPr/>
          <p:nvPr/>
        </p:nvSpPr>
        <p:spPr>
          <a:xfrm>
            <a:off x="4526280" y="41605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97880" y="416052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A9B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4160520"/>
            <a:ext cx="1371600" cy="457200"/>
          </a:xfrm>
          <a:prstGeom prst="rect">
            <a:avLst/>
          </a:prstGeom>
          <a:solidFill>
            <a:srgbClr val="2D8C6E"/>
          </a:solidFill>
        </p:spPr>
      </p:sp>
      <p:sp>
        <p:nvSpPr>
          <p:cNvPr id="23" name="Text 21"/>
          <p:cNvSpPr/>
          <p:nvPr/>
        </p:nvSpPr>
        <p:spPr>
          <a:xfrm>
            <a:off x="6080760" y="41605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52360" y="416052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A9B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4160520"/>
            <a:ext cx="1371600" cy="45720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26" name="Text 24"/>
          <p:cNvSpPr/>
          <p:nvPr/>
        </p:nvSpPr>
        <p:spPr>
          <a:xfrm>
            <a:off x="7635240" y="41605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74520" cy="15087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1874520" cy="4572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7" name="Text 5"/>
          <p:cNvSpPr/>
          <p:nvPr/>
        </p:nvSpPr>
        <p:spPr>
          <a:xfrm>
            <a:off x="594360" y="132588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&amp; triage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definitions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874520" cy="15087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143000"/>
            <a:ext cx="1874520" cy="45720"/>
          </a:xfrm>
          <a:prstGeom prst="rect">
            <a:avLst/>
          </a:prstGeom>
          <a:solidFill>
            <a:srgbClr val="155264"/>
          </a:solidFill>
        </p:spPr>
      </p:sp>
      <p:sp>
        <p:nvSpPr>
          <p:cNvPr id="11" name="Text 9"/>
          <p:cNvSpPr/>
          <p:nvPr/>
        </p:nvSpPr>
        <p:spPr>
          <a:xfrm>
            <a:off x="2697480" y="132588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169164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Linked-list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WaitingRoom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1874520" cy="15087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43000"/>
            <a:ext cx="1874520" cy="4572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15" name="Text 13"/>
          <p:cNvSpPr/>
          <p:nvPr/>
        </p:nvSpPr>
        <p:spPr>
          <a:xfrm>
            <a:off x="4800600" y="132588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queues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169164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Heap &amp; ordered-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 queues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143000"/>
            <a:ext cx="1874520" cy="15087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143000"/>
            <a:ext cx="1874520" cy="45720"/>
          </a:xfrm>
          <a:prstGeom prst="rect">
            <a:avLst/>
          </a:prstGeom>
          <a:solidFill>
            <a:srgbClr val="155264"/>
          </a:solidFill>
        </p:spPr>
      </p:sp>
      <p:sp>
        <p:nvSpPr>
          <p:cNvPr id="19" name="Text 17"/>
          <p:cNvSpPr/>
          <p:nvPr/>
        </p:nvSpPr>
        <p:spPr>
          <a:xfrm>
            <a:off x="6903720" y="132588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169164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loader &amp;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generator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1874520" cy="15087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788920"/>
            <a:ext cx="1874520" cy="4572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23" name="Text 21"/>
          <p:cNvSpPr/>
          <p:nvPr/>
        </p:nvSpPr>
        <p:spPr>
          <a:xfrm>
            <a:off x="594360" y="29718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simulation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333756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 simulation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compliance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2788920"/>
            <a:ext cx="1874520" cy="15087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0" y="2788920"/>
            <a:ext cx="1874520" cy="45720"/>
          </a:xfrm>
          <a:prstGeom prst="rect">
            <a:avLst/>
          </a:prstGeom>
          <a:solidFill>
            <a:srgbClr val="155264"/>
          </a:solidFill>
        </p:spPr>
      </p:sp>
      <p:sp>
        <p:nvSpPr>
          <p:cNvPr id="27" name="Text 25"/>
          <p:cNvSpPr/>
          <p:nvPr/>
        </p:nvSpPr>
        <p:spPr>
          <a:xfrm>
            <a:off x="2697480" y="29718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697480" y="333756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 analytics &amp;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timeout prediction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788920"/>
            <a:ext cx="1874520" cy="15087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788920"/>
            <a:ext cx="1874520" cy="4572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31" name="Text 29"/>
          <p:cNvSpPr/>
          <p:nvPr/>
        </p:nvSpPr>
        <p:spPr>
          <a:xfrm>
            <a:off x="4800600" y="29718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00600" y="333756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dashboard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GUI server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2788920"/>
            <a:ext cx="1874520" cy="15087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2788920"/>
            <a:ext cx="1874520" cy="4572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35" name="Text 33"/>
          <p:cNvSpPr/>
          <p:nvPr/>
        </p:nvSpPr>
        <p:spPr>
          <a:xfrm>
            <a:off x="6903720" y="2971800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6F5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3720" y="333756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test files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 tests passed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E0F2F2"/>
          </a:solidFill>
        </p:spPr>
      </p:sp>
      <p:sp>
        <p:nvSpPr>
          <p:cNvPr id="38" name="Text 36"/>
          <p:cNvSpPr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Entry Point: </a:t>
            </a:r>
            <a:r>
              <a:rPr lang="en-US" sz="1200" dirty="0">
                <a:solidFill>
                  <a:srgbClr val="1552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main.py — a lightweight local demo that wires all modules together. It validates Part 1 core functionality end-to-end.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 Model &amp; Core Data Structures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749040" cy="329184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3749040" cy="45720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7" name="Text 5"/>
          <p:cNvSpPr/>
          <p:nvPr/>
        </p:nvSpPr>
        <p:spPr>
          <a:xfrm>
            <a:off x="685800" y="11430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 Model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40080" y="1737360"/>
          <a:ext cx="3474720" cy="1472184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1508760"/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Field</a:t>
                      </a:r>
                      <a:endParaRPr lang="en-US" sz="11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7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D4F5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patient_id</a:t>
                      </a:r>
                      <a:endParaRPr lang="en-US" sz="11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4F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4F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Unique identifier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D4F5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triage_level</a:t>
                      </a:r>
                      <a:endParaRPr lang="en-US" sz="11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4F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enum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4F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1–4 severity level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D4F5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arrival_time</a:t>
                      </a:r>
                      <a:endParaRPr lang="en-US" sz="11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4F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4F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Entry timestamp (min)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D4F5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treatment_time</a:t>
                      </a:r>
                      <a:endParaRPr lang="en-US" sz="11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4F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float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D4F5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Treatment duration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32918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Priority Rule (__lt__):  </a:t>
            </a:r>
            <a:r>
              <a:rPr lang="en-US" sz="1200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triage_level → arrival_time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</a:t>
            </a: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0 min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Urgent</a:t>
            </a: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20 min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Semi-Urgent</a:t>
            </a: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35 min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Non-Urgent</a:t>
            </a: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60 min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80560" y="1143000"/>
            <a:ext cx="4206240" cy="329184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1143000"/>
            <a:ext cx="4206240" cy="457200"/>
          </a:xfrm>
          <a:prstGeom prst="rect">
            <a:avLst/>
          </a:prstGeom>
          <a:solidFill>
            <a:srgbClr val="155264"/>
          </a:solidFill>
        </p:spPr>
      </p:sp>
      <p:sp>
        <p:nvSpPr>
          <p:cNvPr id="13" name="Text 10"/>
          <p:cNvSpPr/>
          <p:nvPr/>
        </p:nvSpPr>
        <p:spPr>
          <a:xfrm>
            <a:off x="4709160" y="114300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Data Structures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63440" y="1737360"/>
            <a:ext cx="3840480" cy="1371600"/>
          </a:xfrm>
          <a:prstGeom prst="rect">
            <a:avLst/>
          </a:prstGeom>
          <a:solidFill>
            <a:srgbClr val="F0F7FA"/>
          </a:solidFill>
        </p:spPr>
      </p:sp>
      <p:sp>
        <p:nvSpPr>
          <p:cNvPr id="15" name="Text 12"/>
          <p:cNvSpPr/>
          <p:nvPr/>
        </p:nvSpPr>
        <p:spPr>
          <a:xfrm>
            <a:off x="4846320" y="17830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2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WaitingRoom (Linked List)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21031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Singly linked list managing patient queue order.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Operations: add, pop, peek, remove, to_list.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2651760"/>
            <a:ext cx="594360" cy="301752"/>
          </a:xfrm>
          <a:prstGeom prst="rect">
            <a:avLst/>
          </a:prstGeom>
          <a:solidFill>
            <a:srgbClr val="E0F2F2"/>
          </a:solidFill>
        </p:spPr>
      </p:sp>
      <p:sp>
        <p:nvSpPr>
          <p:cNvPr id="18" name="Text 15"/>
          <p:cNvSpPr/>
          <p:nvPr/>
        </p:nvSpPr>
        <p:spPr>
          <a:xfrm>
            <a:off x="4846320" y="2651760"/>
            <a:ext cx="594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P-1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40680" y="2651760"/>
            <a:ext cx="2743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A9B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715000" y="2651760"/>
            <a:ext cx="594360" cy="301752"/>
          </a:xfrm>
          <a:prstGeom prst="rect">
            <a:avLst/>
          </a:prstGeom>
          <a:solidFill>
            <a:srgbClr val="E0F2F2"/>
          </a:solidFill>
        </p:spPr>
      </p:sp>
      <p:sp>
        <p:nvSpPr>
          <p:cNvPr id="21" name="Text 18"/>
          <p:cNvSpPr/>
          <p:nvPr/>
        </p:nvSpPr>
        <p:spPr>
          <a:xfrm>
            <a:off x="5715000" y="2651760"/>
            <a:ext cx="594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P-2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309360" y="2651760"/>
            <a:ext cx="2743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A9B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583680" y="2651760"/>
            <a:ext cx="594360" cy="301752"/>
          </a:xfrm>
          <a:prstGeom prst="rect">
            <a:avLst/>
          </a:prstGeom>
          <a:solidFill>
            <a:srgbClr val="E0F2F2"/>
          </a:solidFill>
        </p:spPr>
      </p:sp>
      <p:sp>
        <p:nvSpPr>
          <p:cNvPr id="24" name="Text 21"/>
          <p:cNvSpPr/>
          <p:nvPr/>
        </p:nvSpPr>
        <p:spPr>
          <a:xfrm>
            <a:off x="6583680" y="2651760"/>
            <a:ext cx="594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P-3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178040" y="2651760"/>
            <a:ext cx="2743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A9B"/>
                </a:solidFill>
              </a:rPr>
              <a:t>→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452360" y="2651760"/>
            <a:ext cx="594360" cy="301752"/>
          </a:xfrm>
          <a:prstGeom prst="rect">
            <a:avLst/>
          </a:prstGeom>
          <a:solidFill>
            <a:srgbClr val="E0F2F2"/>
          </a:solidFill>
        </p:spPr>
      </p:sp>
      <p:sp>
        <p:nvSpPr>
          <p:cNvPr id="27" name="Text 24"/>
          <p:cNvSpPr/>
          <p:nvPr/>
        </p:nvSpPr>
        <p:spPr>
          <a:xfrm>
            <a:off x="7452360" y="2651760"/>
            <a:ext cx="5943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…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63440" y="3291840"/>
            <a:ext cx="3840480" cy="960120"/>
          </a:xfrm>
          <a:prstGeom prst="rect">
            <a:avLst/>
          </a:prstGeom>
          <a:solidFill>
            <a:srgbClr val="F0F7FA"/>
          </a:solidFill>
        </p:spPr>
      </p:sp>
      <p:sp>
        <p:nvSpPr>
          <p:cNvPr id="29" name="Text 26"/>
          <p:cNvSpPr/>
          <p:nvPr/>
        </p:nvSpPr>
        <p:spPr>
          <a:xfrm>
            <a:off x="4846320" y="333756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D4F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Two Priority Queue Implementations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4F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HeapPriorityQueue — O(log n) enqueue/dequeue (Min-Heap)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4F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OrderedLinkedPriorityQueue — O(n) insert, O(1) pop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Dataset Input &amp; CSV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560320" cy="274320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417320"/>
            <a:ext cx="731520" cy="731520"/>
          </a:xfrm>
          <a:prstGeom prst="ellipse">
            <a:avLst/>
          </a:prstGeom>
          <a:solidFill>
            <a:srgbClr val="1A6B7A"/>
          </a:solidFill>
        </p:spPr>
      </p:sp>
      <p:sp>
        <p:nvSpPr>
          <p:cNvPr id="7" name="Text 5"/>
          <p:cNvSpPr/>
          <p:nvPr/>
        </p:nvSpPr>
        <p:spPr>
          <a:xfrm>
            <a:off x="1325880" y="14173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CSV File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patients_dataset.csv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Stores: patient_id, triage,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arrival, treatment time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Location: datasets/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560320" cy="274320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417320"/>
            <a:ext cx="731520" cy="731520"/>
          </a:xfrm>
          <a:prstGeom prst="ellipse">
            <a:avLst/>
          </a:prstGeom>
          <a:solidFill>
            <a:srgbClr val="155264"/>
          </a:solidFill>
        </p:spPr>
      </p:sp>
      <p:sp>
        <p:nvSpPr>
          <p:cNvPr id="12" name="Text 10"/>
          <p:cNvSpPr/>
          <p:nvPr/>
        </p:nvSpPr>
        <p:spPr>
          <a:xfrm>
            <a:off x="4251960" y="14173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CSV Loader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csv_loader.py reads each row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converts it into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Patient object with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triage_level + arrival_time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234440"/>
            <a:ext cx="2560320" cy="274320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1417320"/>
            <a:ext cx="731520" cy="731520"/>
          </a:xfrm>
          <a:prstGeom prst="ellipse">
            <a:avLst/>
          </a:prstGeom>
          <a:solidFill>
            <a:srgbClr val="E76F51"/>
          </a:solidFill>
        </p:spPr>
      </p:sp>
      <p:sp>
        <p:nvSpPr>
          <p:cNvPr id="17" name="Text 15"/>
          <p:cNvSpPr/>
          <p:nvPr/>
        </p:nvSpPr>
        <p:spPr>
          <a:xfrm>
            <a:off x="7178040" y="14173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Sorted Queue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2697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 sorted by arrival_time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fed into the WaitingRoom.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 ready for simulation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dispatch.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24231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8A9B"/>
                </a:solidFill>
              </a:rPr>
              <a:t>▶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0" y="24231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8A9B"/>
                </a:solidFill>
              </a:rPr>
              <a:t>▶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E0F2F2"/>
          </a:solidFill>
        </p:spPr>
      </p:sp>
      <p:sp>
        <p:nvSpPr>
          <p:cNvPr id="23" name="Text 21"/>
          <p:cNvSpPr/>
          <p:nvPr/>
        </p:nvSpPr>
        <p:spPr>
          <a:xfrm>
            <a:off x="685800" y="425196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52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point: The system is not hard-coded — it reads real CSV data, instantiates Patient objects, and sorts by arrival time.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Shift Simulation Logic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20040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7" name="Text 5"/>
          <p:cNvSpPr/>
          <p:nvPr/>
        </p:nvSpPr>
        <p:spPr>
          <a:xfrm>
            <a:off x="777240" y="128016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Simulation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Workstations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B8A9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default configuration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3383280" cy="329184"/>
          </a:xfrm>
          <a:prstGeom prst="rect">
            <a:avLst/>
          </a:prstGeom>
          <a:solidFill>
            <a:srgbClr val="F0F7FA"/>
          </a:solidFill>
        </p:spPr>
      </p:sp>
      <p:sp>
        <p:nvSpPr>
          <p:cNvPr id="10" name="Text 8"/>
          <p:cNvSpPr/>
          <p:nvPr/>
        </p:nvSpPr>
        <p:spPr>
          <a:xfrm>
            <a:off x="914400" y="256032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Patients arrive at their scheduled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944368"/>
            <a:ext cx="33832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914400" y="294436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Critical patients → treated immediately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328416"/>
            <a:ext cx="3383280" cy="329184"/>
          </a:xfrm>
          <a:prstGeom prst="rect">
            <a:avLst/>
          </a:prstGeom>
          <a:solidFill>
            <a:srgbClr val="F0F7FA"/>
          </a:solidFill>
        </p:spPr>
      </p:sp>
      <p:sp>
        <p:nvSpPr>
          <p:cNvPr id="14" name="Text 12"/>
          <p:cNvSpPr/>
          <p:nvPr/>
        </p:nvSpPr>
        <p:spPr>
          <a:xfrm>
            <a:off x="914400" y="332841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Others enter the WaitingRoom queue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712464"/>
            <a:ext cx="33832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914400" y="371246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Free workstations pull from queue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3383280" cy="329184"/>
          </a:xfrm>
          <a:prstGeom prst="rect">
            <a:avLst/>
          </a:prstGeom>
          <a:solidFill>
            <a:srgbClr val="F0F7FA"/>
          </a:solidFill>
        </p:spPr>
      </p:sp>
      <p:sp>
        <p:nvSpPr>
          <p:cNvPr id="18" name="Text 16"/>
          <p:cNvSpPr/>
          <p:nvPr/>
        </p:nvSpPr>
        <p:spPr>
          <a:xfrm>
            <a:off x="914400" y="409651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Wait times recorded for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64008" cy="320040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21" name="Text 19"/>
          <p:cNvSpPr/>
          <p:nvPr/>
        </p:nvSpPr>
        <p:spPr>
          <a:xfrm>
            <a:off x="5074920" y="128016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Compliance &amp; Output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74920" y="1783080"/>
            <a:ext cx="3291840" cy="1005840"/>
          </a:xfrm>
          <a:prstGeom prst="rect">
            <a:avLst/>
          </a:prstGeom>
          <a:solidFill>
            <a:srgbClr val="FDF0EC"/>
          </a:solidFill>
        </p:spPr>
      </p:sp>
      <p:sp>
        <p:nvSpPr>
          <p:cNvPr id="23" name="Text 21"/>
          <p:cNvSpPr/>
          <p:nvPr/>
        </p:nvSpPr>
        <p:spPr>
          <a:xfrm>
            <a:off x="5257800" y="18288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Check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Compares actual wait time vs. triage threshold for every patient. Flags violations and generates pass/fail report.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74920" y="2971800"/>
            <a:ext cx="3291840" cy="1005840"/>
          </a:xfrm>
          <a:prstGeom prst="rect">
            <a:avLst/>
          </a:prstGeom>
          <a:solidFill>
            <a:srgbClr val="E8F5F0"/>
          </a:solidFill>
        </p:spPr>
      </p:sp>
      <p:sp>
        <p:nvSpPr>
          <p:cNvPr id="25" name="Text 23"/>
          <p:cNvSpPr/>
          <p:nvPr/>
        </p:nvSpPr>
        <p:spPr>
          <a:xfrm>
            <a:off x="5257800" y="30175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Report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Aggregates: total patients, avg wait time, compliance %, and priority inversions detected.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4114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A9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 files: simulation/shift_simulation.py, compliance.py, report.py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Analysis &amp; Risk Prediction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74520" cy="12801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1874520" cy="4572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7" name="Text 5"/>
          <p:cNvSpPr/>
          <p:nvPr/>
        </p:nvSpPr>
        <p:spPr>
          <a:xfrm>
            <a:off x="548640" y="123444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Avg Wait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triage level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874520" cy="12801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143000"/>
            <a:ext cx="1874520" cy="4572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11" name="Text 9"/>
          <p:cNvSpPr/>
          <p:nvPr/>
        </p:nvSpPr>
        <p:spPr>
          <a:xfrm>
            <a:off x="2651760" y="123444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Inversions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17830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violations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1874520" cy="12801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43000"/>
            <a:ext cx="1874520" cy="45720"/>
          </a:xfrm>
          <a:prstGeom prst="rect">
            <a:avLst/>
          </a:prstGeom>
          <a:solidFill>
            <a:srgbClr val="155264"/>
          </a:solidFill>
        </p:spPr>
      </p:sp>
      <p:sp>
        <p:nvSpPr>
          <p:cNvPr id="15" name="Text 13"/>
          <p:cNvSpPr/>
          <p:nvPr/>
        </p:nvSpPr>
        <p:spPr>
          <a:xfrm>
            <a:off x="4754880" y="123444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52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Predicted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0" y="17830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 time for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patients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143000"/>
            <a:ext cx="1874520" cy="12801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143000"/>
            <a:ext cx="1874520" cy="4572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19" name="Text 17"/>
          <p:cNvSpPr/>
          <p:nvPr/>
        </p:nvSpPr>
        <p:spPr>
          <a:xfrm>
            <a:off x="6858000" y="123444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Alerts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58000" y="17830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 at risk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timeout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2560320" cy="182880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697480"/>
            <a:ext cx="2560320" cy="41148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23" name="Text 21"/>
          <p:cNvSpPr/>
          <p:nvPr/>
        </p:nvSpPr>
        <p:spPr>
          <a:xfrm>
            <a:off x="594360" y="26974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Waiting Room Analytics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246120"/>
            <a:ext cx="2286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Per-level average wait time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 length over time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flow statistics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697480"/>
            <a:ext cx="2560320" cy="182880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697480"/>
            <a:ext cx="2560320" cy="41148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27" name="Text 25"/>
          <p:cNvSpPr/>
          <p:nvPr/>
        </p:nvSpPr>
        <p:spPr>
          <a:xfrm>
            <a:off x="3429000" y="26974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Timeout Prediction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246120"/>
            <a:ext cx="2286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Estimates new patient wait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Flags exceeding threshold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inversion detection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697480"/>
            <a:ext cx="2560320" cy="1828800"/>
          </a:xfrm>
          <a:prstGeom prst="rect">
            <a:avLst/>
          </a:prstGeom>
          <a:solidFill>
            <a:srgbClr val="F0F7FA"/>
          </a:solidFill>
          <a:ln w="19050">
            <a:solidFill>
              <a:srgbClr val="DEE5ED"/>
            </a:solidFill>
            <a:prstDash val="dash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2936875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800" dirty="0">
                <a:solidFill>
                  <a:srgbClr val="1552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📷</a:t>
            </a:r>
            <a:endParaRPr lang="en-US" sz="2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552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Insert: performance_comparison.png</a:t>
            </a:r>
            <a:endParaRPr lang="en-US" sz="2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Heap vs Ordered Linked Queue</a:t>
            </a:r>
            <a:endParaRPr lang="en-US" sz="2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 chart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Flask Dashboard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Hospital Triage Dashboard — Real-time Monitoring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874520" cy="8229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74520"/>
            <a:ext cx="1874520" cy="4572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9" name="Text 7"/>
          <p:cNvSpPr/>
          <p:nvPr/>
        </p:nvSpPr>
        <p:spPr>
          <a:xfrm>
            <a:off x="548640" y="187452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Patients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874520"/>
            <a:ext cx="1874520" cy="8229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874520"/>
            <a:ext cx="1874520" cy="45720"/>
          </a:xfrm>
          <a:prstGeom prst="rect">
            <a:avLst/>
          </a:prstGeom>
          <a:solidFill>
            <a:srgbClr val="155264"/>
          </a:solidFill>
        </p:spPr>
      </p:sp>
      <p:sp>
        <p:nvSpPr>
          <p:cNvPr id="13" name="Text 11"/>
          <p:cNvSpPr/>
          <p:nvPr/>
        </p:nvSpPr>
        <p:spPr>
          <a:xfrm>
            <a:off x="2651760" y="187452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52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Waiting Now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874520"/>
            <a:ext cx="1874520" cy="8229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874520"/>
            <a:ext cx="1874520" cy="45720"/>
          </a:xfrm>
          <a:prstGeom prst="rect">
            <a:avLst/>
          </a:prstGeom>
          <a:solidFill>
            <a:srgbClr val="2D8C6E"/>
          </a:solidFill>
        </p:spPr>
      </p:sp>
      <p:sp>
        <p:nvSpPr>
          <p:cNvPr id="17" name="Text 15"/>
          <p:cNvSpPr/>
          <p:nvPr/>
        </p:nvSpPr>
        <p:spPr>
          <a:xfrm>
            <a:off x="4754880" y="187452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8C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 min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Wait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874520"/>
            <a:ext cx="1874520" cy="82296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874520"/>
            <a:ext cx="1874520" cy="4572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21" name="Text 19"/>
          <p:cNvSpPr/>
          <p:nvPr/>
        </p:nvSpPr>
        <p:spPr>
          <a:xfrm>
            <a:off x="6858000" y="187452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58000" y="233172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Risk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39319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solidFill>
            <a:srgbClr val="155264"/>
          </a:solidFill>
        </p:spPr>
      </p:sp>
      <p:sp>
        <p:nvSpPr>
          <p:cNvPr id="25" name="Text 23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Waiting Queue (Heap)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38328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patient queue ordered by priority.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patient ID, triage level, estimated wait.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Highlights patients approaching their threshold.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3931920" cy="1554480"/>
          </a:xfrm>
          <a:prstGeom prst="rect">
            <a:avLst/>
          </a:prstGeom>
          <a:solidFill>
            <a:srgbClr val="F0F7FA"/>
          </a:solidFill>
          <a:ln w="19050">
            <a:solidFill>
              <a:srgbClr val="DEE5ED"/>
            </a:solidFill>
            <a:prstDash val="dash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880360"/>
            <a:ext cx="3931920" cy="36576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29" name="Text 27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📷 Dashboard Screenshot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383280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the dashboard: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python visualization/gui.py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Then screenshot the browser window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insert here.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F0F7FA"/>
          </a:solidFill>
        </p:spPr>
      </p:sp>
      <p:sp>
        <p:nvSpPr>
          <p:cNvPr id="32" name="Text 30"/>
          <p:cNvSpPr/>
          <p:nvPr/>
        </p:nvSpPr>
        <p:spPr>
          <a:xfrm>
            <a:off x="640080" y="4526280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visualization/gui.py  ·  dashboard_data.py  ·  templates/dashboard.html  ·  static/dashboard.css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 &amp; Validation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200400" cy="2194560"/>
          </a:xfrm>
          <a:prstGeom prst="rect">
            <a:avLst/>
          </a:prstGeom>
          <a:solidFill>
            <a:srgbClr val="1A6B7A"/>
          </a:solidFill>
        </p:spPr>
      </p:sp>
      <p:sp>
        <p:nvSpPr>
          <p:cNvPr id="6" name="Text 4"/>
          <p:cNvSpPr/>
          <p:nvPr/>
        </p:nvSpPr>
        <p:spPr>
          <a:xfrm>
            <a:off x="457200" y="1234440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47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F2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Tests Passed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unittest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discover -s tests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1143000"/>
            <a:ext cx="4754880" cy="86868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69080" y="1143000"/>
            <a:ext cx="640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36576" cy="594360"/>
          </a:xfrm>
          <a:prstGeom prst="rect">
            <a:avLst/>
          </a:prstGeom>
          <a:solidFill>
            <a:srgbClr val="DEE5ED"/>
          </a:solidFill>
        </p:spPr>
      </p:sp>
      <p:sp>
        <p:nvSpPr>
          <p:cNvPr id="12" name="Text 10"/>
          <p:cNvSpPr/>
          <p:nvPr/>
        </p:nvSpPr>
        <p:spPr>
          <a:xfrm>
            <a:off x="4983480" y="1216152"/>
            <a:ext cx="3520440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directories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models, structures, queues, data, simulation, analysis, visualization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31920" y="2148840"/>
            <a:ext cx="4754880" cy="868680"/>
          </a:xfrm>
          <a:prstGeom prst="rect">
            <a:avLst/>
          </a:prstGeom>
          <a:solidFill>
            <a:srgbClr val="FFFFFF"/>
          </a:solidFill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2148840"/>
            <a:ext cx="640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4800600" y="2286000"/>
            <a:ext cx="36576" cy="594360"/>
          </a:xfrm>
          <a:prstGeom prst="rect">
            <a:avLst/>
          </a:prstGeom>
          <a:solidFill>
            <a:srgbClr val="DEE5ED"/>
          </a:solidFill>
        </p:spPr>
      </p:sp>
      <p:sp>
        <p:nvSpPr>
          <p:cNvPr id="16" name="Text 14"/>
          <p:cNvSpPr/>
          <p:nvPr/>
        </p:nvSpPr>
        <p:spPr>
          <a:xfrm>
            <a:off x="4983480" y="2221992"/>
            <a:ext cx="3520440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files — 0 failures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cases: empty queue, single element, same priority, etc.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1920" y="3246120"/>
            <a:ext cx="4754880" cy="868680"/>
          </a:xfrm>
          <a:prstGeom prst="rect">
            <a:avLst/>
          </a:prstGeom>
          <a:solidFill>
            <a:srgbClr val="F0F7FA"/>
          </a:solidFill>
          <a:ln w="19050">
            <a:solidFill>
              <a:srgbClr val="DEE5ED"/>
            </a:solidFill>
            <a:prstDash val="dash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0" y="32918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D4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📷 Insert: terminal test output screenshot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5526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Run: python -m unittest discover -s tests -v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E8F5F0"/>
          </a:solidFill>
        </p:spPr>
      </p:sp>
      <p:sp>
        <p:nvSpPr>
          <p:cNvPr id="20" name="Text 18"/>
          <p:cNvSpPr/>
          <p:nvPr/>
        </p:nvSpPr>
        <p:spPr>
          <a:xfrm>
            <a:off x="685800" y="420624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quality: </a:t>
            </a:r>
            <a:r>
              <a:rPr lang="en-US" sz="12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Covers empty queues, single-element cases, same-priority ordering, linked-list edge cases, simulation workflows, CSV round-trips, and dashboard data API.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1A3A5C">
              <a:alpha val="7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1A3A5C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914400" cy="4572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6" name="Shape 4"/>
          <p:cNvSpPr/>
          <p:nvPr/>
        </p:nvSpPr>
        <p:spPr>
          <a:xfrm>
            <a:off x="640080" y="1234440"/>
            <a:ext cx="3749040" cy="3108960"/>
          </a:xfrm>
          <a:prstGeom prst="rect">
            <a:avLst/>
          </a:prstGeom>
          <a:solidFill>
            <a:srgbClr val="1A3A5C">
              <a:alpha val="8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68680" y="12801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F2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329184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patient model with 4-level triage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heap + ordered linked priority queues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CSV-driven data pipeline (not hard-coded)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 simulation with compliance checking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 analytics + timeout risk prediction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dashboard with real-time updates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 unit tests across 7 test directories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749040" cy="3108960"/>
          </a:xfrm>
          <a:prstGeom prst="rect">
            <a:avLst/>
          </a:prstGeom>
          <a:solidFill>
            <a:srgbClr val="1A3A5C">
              <a:alpha val="8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983480" y="12801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F2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29184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Larger-scale datasets for stress testing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interactive dashboard controls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backend (SQLite / PostgreSQL)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priority prediction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Containerized deployment (Docker)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Multi-shift scheduling optimization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7863840" cy="4572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13" name="Text 11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B8A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Triage Scheduler — Data Structures &amp; Algorithms Course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4902</Words>
  <Application>WPS 演示</Application>
  <PresentationFormat>On-screen Show (16:9)</PresentationFormat>
  <Paragraphs>349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Arial</vt:lpstr>
      <vt:lpstr>Arial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Triage Scheduler - Project Presentation</dc:title>
  <dc:creator>Hospital Team 1</dc:creator>
  <dc:subject>PptxGenJS Presentation</dc:subject>
  <cp:lastModifiedBy>e</cp:lastModifiedBy>
  <cp:revision>2</cp:revision>
  <dcterms:created xsi:type="dcterms:W3CDTF">2026-07-09T07:54:00Z</dcterms:created>
  <dcterms:modified xsi:type="dcterms:W3CDTF">2026-07-09T07:56:52Z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B33E9E8BF5F04B54A7B4320A634F55AE_12</vt:lpwstr>
  </property>
  <property fmtid="{D5CDD505-2E9C-101B-9397-08002B2CF9AE}" pid="3" name="KSOProductBuildVer">
    <vt:lpwstr>2052-12.1.0.26895</vt:lpwstr>
  </property>
</Properties>
</file>